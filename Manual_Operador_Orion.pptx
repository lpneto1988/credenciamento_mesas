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B"/>
                </a:solidFill>
              </a:rPr>
              <a:t>Manual de Operações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Sistema Orion de Credenciamento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Manual de Operações – Sistema Orion de Credenciamento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## Bem-vindo, Operador!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Este manual é o seu guia rápido para utilizar o sistema de credenciamento **Orion*no dia do evento. Sua função é essencial para garantir que a recepção dos convidados seja ágil e organizada.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Siga os passos abaixo para realizar suas tarefas.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1. Acesso ao Sistema (Login)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Para começar, você precisa entrar no sistema com suas credenciais.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 Acesse o link do sistema fornecido pelo administrador.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 Na tela de login, digite seu **Usuário*e **Senha*nos campos indicados.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 Clique no botão **"Entrar no Sistema"**.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*(Nota: Inclua aqui um print da tela de login)*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(Insira aqui o print de tela correspondente)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2. Painel Principal (Dashboard)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Ao entrar, você verá o painel principal. Ele mostra um resumo do evento em tempo real.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  **Números Principais:*Veja rapidamente quantos participantes estão inscritos, quantos já chegaram (Presentes) e quantos ainda faltam (Ausentes).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  **Ações Rápidas:*Use os botões para navegar rapidamente para as seções mais importantes, como **Check-in*e **Mapa de Mesas**.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  **Atividade Recente:*Acompanhe os últimos check-ins realizados.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*(Nota: Inclua aqui um print da tela do dashboard)*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(Insira aqui o print de tela correspondente)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3. A Ferramenta Principal: Check-in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Esta é a tela que você mais usará. O objetivo é encontrar o participante na lista e confirmar sua presença.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### Como localizar um participante: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 Clique na seção **"Check-in"*no menu lateral.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 Use a barra de busca **"Nome ou CPF..."**. Comece a digitar o nome ou o CPF do participante.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 A lista de resultados aparecerá automaticamente abaixo da barra de busca. A busca é rápida e não diferencia maiúsculas de minúsculas.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4.  Ao encontrar o participante, clique no botão **"Check-in"*ao lado do nome dele.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*(Nota: Inclua aqui um print da tela de check-in com a busca)*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(Insira aqui o print de tela correspondente)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4. Confirmação de Check-in e Etiqueta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Após clicar em "Check-in", uma tela de sucesso aparecerá.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 **Confirmação Visual:*A tela mostrará o nome do participante e sua mesa, confirmando que a entrada foi autorizada.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 **Imprimir Etiqueta:*Se necessário, clique no botão **"Imprimir Etiqueta"*para gerar a credencial física do participante.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 **Próximo Check-in:*Clique em **"Próximo Check-in"*para voltar à tela de busca e atender o próximo convidado.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*(Nota: Inclua aqui um print da tela de sucesso)*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(Insira aqui o print de tela correspondente)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5. Check-in por QR Code (Opcional)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 o participante tiver um QR Code, o processo é ainda mais rápido.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 Na tela de **Check-in**, clique no botão **"Escanear QR Code"**.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 Aponte a câmera do dispositivo para o QR Code do participante.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 O sistema fará a leitura e o check-in automaticamente, levando você para a tela de sucesso.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6. Consultando a Lista Completa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Caso precise de mais detalhes ou queira ver todos os convidados, use a tela "Participantes".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  **Filtros:*Use os filtros no topo para encontrar pessoas por **Categoria*(ex: VIP, Imprensa) ou por **Status*(Presentes ou Ausentes).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  **Ações em Massa:*Você pode selecionar vários participantes para realizar ações em grupo, como imprimir várias etiquetas de uma vez.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  **Detalhes:*A lista mostra Nome, CPF, Categoria, Mesa e Status de cada um.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7. Mapa de Mesas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Para ajudar um participante a encontrar seu lugar ou para ter uma visão geral da ocupação do salão.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 Clique em **"Mapa de Mesas"*no menu.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 Você verá um grid com todas as mesas do evento. Cada card de mesa mostra o número da mesa e quantos participantes estão alocados e quantos já fizeram check-in.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 **Clique em uma mesa*para ver a lista de todos os participantes sentados nela e seus respectivos status.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*(Nota: Inclua aqui um print do mapa de mesas)*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(Insira aqui o print de tela correspondente)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C0C0C0"/>
                </a:solidFill>
              </a:rPr>
              <a:t>-----------------------------------------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B"/>
                </a:solidFill>
              </a:rPr>
              <a:t>8. Fim do Turno (Logout)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Ao final do seu trabalho, é importante sair do sistema para proteger os dados do evento.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 No menu lateral, no final da página, clique em **"Sair do Sistema"**.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 Você será redirecionado para a tela de login.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**Obrigado pela sua colaboração e um ótimo evento!**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2026-05-12T16:20:28Z</dcterms:created>
  <dcterms:modified xsi:type="dcterms:W3CDTF">2026-05-12T16:20:28Z</dcterms:modified>
</cp:coreProperties>
</file>